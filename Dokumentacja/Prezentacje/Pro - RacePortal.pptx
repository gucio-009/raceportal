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N0mkKVVD8/FcSeRXvhqAQz2qL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braz zawierający tekst, samochód, pojazd, logo&#10;&#10;Zawartość wygenerowana przez AI może być niepoprawna." id="85" name="Google Shape;85;p1"/>
          <p:cNvPicPr preferRelativeResize="0"/>
          <p:nvPr/>
        </p:nvPicPr>
        <p:blipFill rotWithShape="1">
          <a:blip r:embed="rId3">
            <a:alphaModFix/>
          </a:blip>
          <a:srcRect b="19872" l="0" r="1" t="24927"/>
          <a:stretch/>
        </p:blipFill>
        <p:spPr>
          <a:xfrm>
            <a:off x="2462" y="173518"/>
            <a:ext cx="11798300" cy="651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5414" y="0"/>
            <a:ext cx="1218117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braz zawierający Wielobarwność, sztuka, pomarańcza/pomarańczowy, Grafika&#10;&#10;Zawartość wygenerowana przez AI może być niepoprawna." id="96" name="Google Shape;96;p2"/>
          <p:cNvPicPr preferRelativeResize="0"/>
          <p:nvPr/>
        </p:nvPicPr>
        <p:blipFill rotWithShape="1">
          <a:blip r:embed="rId4">
            <a:alphaModFix amt="60000"/>
          </a:blip>
          <a:srcRect b="3798" l="0" r="-1" t="11910"/>
          <a:stretch/>
        </p:blipFill>
        <p:spPr>
          <a:xfrm>
            <a:off x="-7378" y="-7388"/>
            <a:ext cx="12188932" cy="686538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>
            <p:ph type="title"/>
          </p:nvPr>
        </p:nvSpPr>
        <p:spPr>
          <a:xfrm>
            <a:off x="1191965" y="552807"/>
            <a:ext cx="9801854" cy="18316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imes New Roman"/>
              <a:buNone/>
            </a:pPr>
            <a:r>
              <a:rPr b="1" lang="pl-PL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Wykonawcy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761441" y="3741406"/>
            <a:ext cx="3525455" cy="184241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Oliwier Kasprowicz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Natalia Otrombke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335422" y="3741405"/>
            <a:ext cx="3525455" cy="184241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Michał Gutowski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Miłosz Parkitny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7909405" y="3741406"/>
            <a:ext cx="3525455" cy="184241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Fullstack + Marketing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Wojciech Wronisz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braz zawierający pomarańcza/pomarańczowy, Sztuka dziecięca, Grafika, sztuka&#10;&#10;Zawartość wygenerowana przez AI może być niepoprawna." id="107" name="Google Shape;107;p3"/>
          <p:cNvPicPr preferRelativeResize="0"/>
          <p:nvPr/>
        </p:nvPicPr>
        <p:blipFill rotWithShape="1">
          <a:blip r:embed="rId3">
            <a:alphaModFix amt="60000"/>
          </a:blip>
          <a:srcRect b="6194" l="0" r="0" t="9536"/>
          <a:stretch/>
        </p:blipFill>
        <p:spPr>
          <a:xfrm>
            <a:off x="-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>
            <p:ph type="title"/>
          </p:nvPr>
        </p:nvSpPr>
        <p:spPr>
          <a:xfrm>
            <a:off x="838200" y="557189"/>
            <a:ext cx="4155825" cy="557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</a:pPr>
            <a:r>
              <a:rPr b="1" lang="pl-PL" sz="5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Motywacja powstania projektu</a:t>
            </a:r>
            <a:endParaRPr b="1" sz="5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t/>
            </a:r>
            <a:endParaRPr b="1" sz="5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Obecnie znalezienie informacji                  o zawodach motor sportowych w Polsce jest bardzo trudne, są one rozproszone po wielu grupach na Facebooku i często na nieaktualizowanych stronach internetowych.​&#10;​&#10;Naszą motywacją jest stworzenie centralnego miejsca, które ułatwi życie zarówno zawodnikom,      jak i kibicom, jednocześnie popularyzując motor sport w Polsce.​&#10;&#10;​" id="109" name="Google Shape;109;p3"/>
          <p:cNvSpPr/>
          <p:nvPr/>
        </p:nvSpPr>
        <p:spPr>
          <a:xfrm>
            <a:off x="4995405" y="1036486"/>
            <a:ext cx="6685061" cy="435755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Polsce brakuje centralnego źródła informacji o zawodach motor sportowych, a dane o wydarzeniach są rozproszone i trudno dostępne.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Naszym celem jest stworzenie platformy, która to zmieni, ułatwiając życie zawodnikom i kibicom oraz popularyzując ten sport.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braz zawierający zrzut ekranu, diagram, tekst&#10;&#10;Zawartość wygenerowana przez AI może być niepoprawna." id="115" name="Google Shape;115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braz zawierający Wielobarwność, sztuka, pomarańcza/pomarańczowy, obraz&#10;&#10;Zawartość wygenerowana przez AI może być niepoprawna." id="121" name="Google Shape;121;p5"/>
          <p:cNvPicPr preferRelativeResize="0"/>
          <p:nvPr/>
        </p:nvPicPr>
        <p:blipFill rotWithShape="1">
          <a:blip r:embed="rId3">
            <a:alphaModFix amt="55000"/>
          </a:blip>
          <a:srcRect b="15730" l="0" r="0" t="0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>
            <p:ph type="title"/>
          </p:nvPr>
        </p:nvSpPr>
        <p:spPr>
          <a:xfrm>
            <a:off x="686834" y="591344"/>
            <a:ext cx="3555506" cy="5600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imes New Roman"/>
              <a:buNone/>
            </a:pPr>
            <a:r>
              <a:rPr b="1" lang="pl-PL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 projektu i rodzaj produktu końcowego</a:t>
            </a:r>
            <a:endParaRPr b="1" sz="5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5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443760" y="1085412"/>
            <a:ext cx="7570070" cy="4620868"/>
          </a:xfrm>
          <a:prstGeom prst="roundRect">
            <a:avLst>
              <a:gd fmla="val 16667" name="adj"/>
            </a:avLst>
          </a:prstGeom>
          <a:solidFill>
            <a:srgbClr val="2E7875"/>
          </a:solidFill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Planujemy stworzyć aplikację webową, która będzie centralnym kalendarzem wydarzeń motor sportowych w Polsce.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odróżnieniu od globalnych portali, nasza platforma skupi się na lokalnych zawodach, oferując szczegółowe informacje i opcje filtrowania.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braz zawierający zrzut ekranu, tekst, Wielobarwność, Grafika&#10;&#10;Zawartość wygenerowana przez AI może być niepoprawna." id="131" name="Google Shape;131;p6"/>
          <p:cNvPicPr preferRelativeResize="0"/>
          <p:nvPr/>
        </p:nvPicPr>
        <p:blipFill rotWithShape="1">
          <a:blip r:embed="rId3">
            <a:alphaModFix amt="60000"/>
          </a:blip>
          <a:srcRect b="10749" l="0" r="0" t="4982"/>
          <a:stretch/>
        </p:blipFill>
        <p:spPr>
          <a:xfrm>
            <a:off x="-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>
            <p:ph type="title"/>
          </p:nvPr>
        </p:nvSpPr>
        <p:spPr>
          <a:xfrm>
            <a:off x="838199" y="1948101"/>
            <a:ext cx="3840197" cy="379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imes New Roman"/>
              <a:buNone/>
            </a:pPr>
            <a:r>
              <a:rPr b="1" lang="pl-PL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Wymagania na wybrany system</a:t>
            </a:r>
            <a:endParaRPr b="1" sz="5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t/>
            </a:r>
            <a:endParaRPr b="1" sz="5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77884" y="144059"/>
            <a:ext cx="7501825" cy="6572438"/>
          </a:xfrm>
          <a:prstGeom prst="roundRect">
            <a:avLst>
              <a:gd fmla="val 16667" name="adj"/>
            </a:avLst>
          </a:prstGeom>
          <a:solidFill>
            <a:srgbClr val="3E0752"/>
          </a:solidFill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079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Odbiorcy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Ø"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zawodnicy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Ø"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fani motor sportu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Ø"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organizatorzy zawodów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Wymagania specyficzne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Ø"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Kalendarz i lista eventów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Ø"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Filtry po kategorii, lokalizacji i województwie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Ø"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Szczegóły wydarzeń (organizator, miejsce, opis)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Ø"/>
            </a:pPr>
            <a:r>
              <a:rPr b="0" i="0" lang="pl-PL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 administratora do dodawania i edycji wydarzeń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Ø"/>
            </a:pPr>
            <a:r>
              <a:rPr b="0" i="0" lang="pl-PL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Możliwość dalszej rozbudowy (API, mapy, powiadomienia, social media).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braz zawierający zegar, Zegar ścienny, sztuka&#10;&#10;Zawartość wygenerowana przez AI może być niepoprawna." id="140" name="Google Shape;140;p7"/>
          <p:cNvPicPr preferRelativeResize="0"/>
          <p:nvPr/>
        </p:nvPicPr>
        <p:blipFill rotWithShape="1">
          <a:blip r:embed="rId3">
            <a:alphaModFix amt="60000"/>
          </a:blip>
          <a:srcRect b="15730" l="0" r="0" t="0"/>
          <a:stretch/>
        </p:blipFill>
        <p:spPr>
          <a:xfrm>
            <a:off x="-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>
            <p:ph type="title"/>
          </p:nvPr>
        </p:nvSpPr>
        <p:spPr>
          <a:xfrm>
            <a:off x="727586" y="557189"/>
            <a:ext cx="4955635" cy="5571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imes New Roman"/>
              <a:buNone/>
            </a:pPr>
            <a:r>
              <a:rPr b="1" lang="pl-PL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Priorytety do przygotowania na przedmiot 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671984" y="1012459"/>
            <a:ext cx="5696564" cy="4940709"/>
          </a:xfrm>
          <a:prstGeom prst="roundRect">
            <a:avLst>
              <a:gd fmla="val 16667" name="adj"/>
            </a:avLst>
          </a:prstGeom>
          <a:solidFill>
            <a:srgbClr val="115270"/>
          </a:solidFill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079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Stworzenie bazy wydarzeń motor sportowych.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Implementacja widoku listy i kalendarza.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Filtrowanie i wyszukiwarka.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 administratora.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Testy i przygotowanie prototypu do prezentacji.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braz zawierający Grafika, pomarańcza/pomarańczowy, sztuka, projekt graficzny&#10;&#10;Zawartość wygenerowana przez AI może być niepoprawna." id="149" name="Google Shape;149;p8"/>
          <p:cNvPicPr preferRelativeResize="0"/>
          <p:nvPr/>
        </p:nvPicPr>
        <p:blipFill rotWithShape="1">
          <a:blip r:embed="rId3">
            <a:alphaModFix amt="60000"/>
          </a:blip>
          <a:srcRect b="15730" l="0" r="0" t="0"/>
          <a:stretch/>
        </p:blipFill>
        <p:spPr>
          <a:xfrm>
            <a:off x="-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>
            <p:ph type="title"/>
          </p:nvPr>
        </p:nvSpPr>
        <p:spPr>
          <a:xfrm>
            <a:off x="838199" y="557189"/>
            <a:ext cx="5155263" cy="5571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imes New Roman"/>
              <a:buNone/>
            </a:pPr>
            <a:r>
              <a:rPr b="1" lang="pl-PL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Proponowane technologie</a:t>
            </a:r>
            <a:endParaRPr b="1" sz="5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t/>
            </a:r>
            <a:endParaRPr b="1" sz="5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100483" y="897194"/>
            <a:ext cx="6784257" cy="5063611"/>
          </a:xfrm>
          <a:prstGeom prst="roundRect">
            <a:avLst>
              <a:gd fmla="val 16667" name="adj"/>
            </a:avLst>
          </a:prstGeom>
          <a:solidFill>
            <a:srgbClr val="31113B"/>
          </a:solidFill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079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React.js + TailwindCSS / SCSS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Spring Boot (Java)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Baza danych: PostgreSQL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Integracje: Google Maps / OpenStreetMap API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v"/>
            </a:pPr>
            <a:r>
              <a:rPr lang="pl-PL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Dodatkowe narzędzia: GitHub (kontrola wersji), Docker (konteneryzacja), Maven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braz zawierający tekst, projekt graficzny, Grafika, zrzut ekranu&#10;&#10;Zawartość wygenerowana przez AI może być niepoprawna." id="156" name="Google Shape;15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15730"/>
          <a:stretch/>
        </p:blipFill>
        <p:spPr>
          <a:xfrm>
            <a:off x="20" y="1"/>
            <a:ext cx="1219197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2012-08-15T16:54:36Z</dcterms:created>
</cp:coreProperties>
</file>